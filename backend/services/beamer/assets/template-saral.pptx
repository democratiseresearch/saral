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34A25BE-82D7-4121-B2DD-0F932E213BE7}"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C785A63-BD18-462F-B877-828BDD5F2C3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3EDAC16-EA4F-4349-A704-3AAFC251A3F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1"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61D5BBE-D8A6-43E2-BEF3-3D70EE0F55B1}"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78FF98B-5B38-45F2-BD9A-3658432EEBBB}"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C2BDE36-99F3-48B8-A15B-580CD92C32C8}"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17" name="PlaceHolder 4"/>
          <p:cNvSpPr>
            <a:spLocks noGrp="1"/>
          </p:cNvSpPr>
          <p:nvPr>
            <p:ph/>
          </p:nvPr>
        </p:nvSpPr>
        <p:spPr>
          <a:xfrm>
            <a:off x="91440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71B963E-9EAF-4B62-88CD-6FB8DAA6DEF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0"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1" name="PlaceHolder 4"/>
          <p:cNvSpPr>
            <a:spLocks noGrp="1"/>
          </p:cNvSpPr>
          <p:nvPr>
            <p:ph/>
          </p:nvPr>
        </p:nvSpPr>
        <p:spPr>
          <a:xfrm>
            <a:off x="934812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463B561-58C6-4C07-9828-A254320AE791}"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4"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5" name="PlaceHolder 4"/>
          <p:cNvSpPr>
            <a:spLocks noGrp="1"/>
          </p:cNvSpPr>
          <p:nvPr>
            <p:ph/>
          </p:nvPr>
        </p:nvSpPr>
        <p:spPr>
          <a:xfrm>
            <a:off x="914400" y="5523120"/>
            <a:ext cx="1645884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F983179-FDB9-4869-AC8C-BBCF28AD903B}"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914400" y="2406960"/>
            <a:ext cx="1645884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28" name="PlaceHolder 3"/>
          <p:cNvSpPr>
            <a:spLocks noGrp="1"/>
          </p:cNvSpPr>
          <p:nvPr>
            <p:ph/>
          </p:nvPr>
        </p:nvSpPr>
        <p:spPr>
          <a:xfrm>
            <a:off x="914400" y="5523120"/>
            <a:ext cx="1645884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50D19C2-7F10-43D2-83D5-ED0BFAB01F39}"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91440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1" name="PlaceHolder 3"/>
          <p:cNvSpPr>
            <a:spLocks noGrp="1"/>
          </p:cNvSpPr>
          <p:nvPr>
            <p:ph/>
          </p:nvPr>
        </p:nvSpPr>
        <p:spPr>
          <a:xfrm>
            <a:off x="9348120" y="240696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2" name="PlaceHolder 4"/>
          <p:cNvSpPr>
            <a:spLocks noGrp="1"/>
          </p:cNvSpPr>
          <p:nvPr>
            <p:ph/>
          </p:nvPr>
        </p:nvSpPr>
        <p:spPr>
          <a:xfrm>
            <a:off x="91440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3" name="PlaceHolder 5"/>
          <p:cNvSpPr>
            <a:spLocks noGrp="1"/>
          </p:cNvSpPr>
          <p:nvPr>
            <p:ph/>
          </p:nvPr>
        </p:nvSpPr>
        <p:spPr>
          <a:xfrm>
            <a:off x="9348120" y="5523120"/>
            <a:ext cx="803160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E5010B3-ECA4-4940-BAEE-705193391611}"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914400" y="240696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6" name="PlaceHolder 3"/>
          <p:cNvSpPr>
            <a:spLocks noGrp="1"/>
          </p:cNvSpPr>
          <p:nvPr>
            <p:ph/>
          </p:nvPr>
        </p:nvSpPr>
        <p:spPr>
          <a:xfrm>
            <a:off x="6479280" y="240696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7" name="PlaceHolder 4"/>
          <p:cNvSpPr>
            <a:spLocks noGrp="1"/>
          </p:cNvSpPr>
          <p:nvPr>
            <p:ph/>
          </p:nvPr>
        </p:nvSpPr>
        <p:spPr>
          <a:xfrm>
            <a:off x="12044160" y="240696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8" name="PlaceHolder 5"/>
          <p:cNvSpPr>
            <a:spLocks noGrp="1"/>
          </p:cNvSpPr>
          <p:nvPr>
            <p:ph/>
          </p:nvPr>
        </p:nvSpPr>
        <p:spPr>
          <a:xfrm>
            <a:off x="914400" y="552312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39" name="PlaceHolder 6"/>
          <p:cNvSpPr>
            <a:spLocks noGrp="1"/>
          </p:cNvSpPr>
          <p:nvPr>
            <p:ph/>
          </p:nvPr>
        </p:nvSpPr>
        <p:spPr>
          <a:xfrm>
            <a:off x="6479280" y="552312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40" name="PlaceHolder 7"/>
          <p:cNvSpPr>
            <a:spLocks noGrp="1"/>
          </p:cNvSpPr>
          <p:nvPr>
            <p:ph/>
          </p:nvPr>
        </p:nvSpPr>
        <p:spPr>
          <a:xfrm>
            <a:off x="12044160" y="5523120"/>
            <a:ext cx="5299560" cy="2845440"/>
          </a:xfrm>
          <a:prstGeom prst="rect">
            <a:avLst/>
          </a:prstGeom>
          <a:noFill/>
          <a:ln w="0">
            <a:noFill/>
          </a:ln>
        </p:spPr>
        <p:txBody>
          <a:bodyPr lIns="0" rIns="0" tIns="0" bIns="0" anchor="t">
            <a:normAutofit/>
          </a:bodyPr>
          <a:p>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F7F71C4-3F3A-4490-B763-82D9B450B0CA}"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a:lnSpc>
                <a:spcPct val="100000"/>
              </a:lnSpc>
              <a:buNone/>
              <a:defRPr b="0" lang="en-US" sz="1200" spc="-1" strike="noStrike">
                <a:solidFill>
                  <a:srgbClr val="8b8b8b"/>
                </a:solidFill>
                <a:latin typeface="Calibri"/>
              </a:defRPr>
            </a:lvl1pPr>
          </a:lstStyle>
          <a:p>
            <a:pPr>
              <a:lnSpc>
                <a:spcPct val="100000"/>
              </a:lnSpc>
              <a:buNone/>
            </a:pPr>
            <a:r>
              <a:rPr b="0" lang="en-US" sz="1200" spc="-1" strike="noStrike">
                <a:solidFill>
                  <a:srgbClr val="8b8b8b"/>
                </a:solidFill>
                <a:latin typeface="Calibri"/>
              </a:rPr>
              <a:t>&lt;date/time&gt;</a:t>
            </a:r>
            <a:endParaRPr b="0" lang="en-US" sz="1200" spc="-1" strike="noStrike">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524B7999-D4CA-4BCB-8A68-CB87E9CB543B}" type="slidenum">
              <a:rPr b="0" lang="en-US" sz="1200" spc="-1" strike="noStrike">
                <a:solidFill>
                  <a:srgbClr val="8b8b8b"/>
                </a:solidFill>
                <a:latin typeface="Calibri"/>
              </a:rPr>
              <a:t>&lt;number&gt;</a:t>
            </a:fld>
            <a:endParaRPr b="0" lang="en-US" sz="1200" spc="-1" strike="noStrike">
              <a:latin typeface="Times New Roman"/>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r>
              <a:rPr b="0" lang="en-US" sz="1800" spc="-1" strike="noStrike">
                <a:solidFill>
                  <a:srgbClr val="000000"/>
                </a:solidFill>
                <a:latin typeface="Calibri"/>
              </a:rPr>
              <a:t>C</a:t>
            </a:r>
            <a:r>
              <a:rPr b="0" lang="en-US" sz="1800" spc="-1" strike="noStrike">
                <a:solidFill>
                  <a:srgbClr val="000000"/>
                </a:solidFill>
                <a:latin typeface="Calibri"/>
              </a:rPr>
              <a:t>l</a:t>
            </a:r>
            <a:r>
              <a:rPr b="0" lang="en-US" sz="1800" spc="-1" strike="noStrike">
                <a:solidFill>
                  <a:srgbClr val="000000"/>
                </a:solidFill>
                <a:latin typeface="Calibri"/>
              </a:rPr>
              <a:t>i</a:t>
            </a:r>
            <a:r>
              <a:rPr b="0" lang="en-US" sz="1800" spc="-1" strike="noStrike">
                <a:solidFill>
                  <a:srgbClr val="000000"/>
                </a:solidFill>
                <a:latin typeface="Calibri"/>
              </a:rPr>
              <a:t>c</a:t>
            </a:r>
            <a:r>
              <a:rPr b="0" lang="en-US" sz="1800" spc="-1" strike="noStrike">
                <a:solidFill>
                  <a:srgbClr val="000000"/>
                </a:solidFill>
                <a:latin typeface="Calibri"/>
              </a:rPr>
              <a:t>k</a:t>
            </a:r>
            <a:r>
              <a:rPr b="0" lang="en-US" sz="1800" spc="-1" strike="noStrike">
                <a:solidFill>
                  <a:srgbClr val="000000"/>
                </a:solidFill>
                <a:latin typeface="Calibri"/>
              </a:rPr>
              <a:t> </a:t>
            </a:r>
            <a:r>
              <a:rPr b="0" lang="en-US" sz="1800" spc="-1" strike="noStrike">
                <a:solidFill>
                  <a:srgbClr val="000000"/>
                </a:solidFill>
                <a:latin typeface="Calibri"/>
              </a:rPr>
              <a:t>t</a:t>
            </a:r>
            <a:r>
              <a:rPr b="0" lang="en-US" sz="1800" spc="-1" strike="noStrike">
                <a:solidFill>
                  <a:srgbClr val="000000"/>
                </a:solidFill>
                <a:latin typeface="Calibri"/>
              </a:rPr>
              <a:t>o</a:t>
            </a:r>
            <a:r>
              <a:rPr b="0" lang="en-US" sz="1800" spc="-1" strike="noStrike">
                <a:solidFill>
                  <a:srgbClr val="000000"/>
                </a:solidFill>
                <a:latin typeface="Calibri"/>
              </a:rPr>
              <a:t> </a:t>
            </a:r>
            <a:r>
              <a:rPr b="0" lang="en-US" sz="1800" spc="-1" strike="noStrike">
                <a:solidFill>
                  <a:srgbClr val="000000"/>
                </a:solidFill>
                <a:latin typeface="Calibri"/>
              </a:rPr>
              <a:t>e</a:t>
            </a:r>
            <a:r>
              <a:rPr b="0" lang="en-US" sz="1800" spc="-1" strike="noStrike">
                <a:solidFill>
                  <a:srgbClr val="000000"/>
                </a:solidFill>
                <a:latin typeface="Calibri"/>
              </a:rPr>
              <a:t>d</a:t>
            </a:r>
            <a:r>
              <a:rPr b="0" lang="en-US" sz="1800" spc="-1" strike="noStrike">
                <a:solidFill>
                  <a:srgbClr val="000000"/>
                </a:solidFill>
                <a:latin typeface="Calibri"/>
              </a:rPr>
              <a:t>i</a:t>
            </a:r>
            <a:r>
              <a:rPr b="0" lang="en-US" sz="1800" spc="-1" strike="noStrike">
                <a:solidFill>
                  <a:srgbClr val="000000"/>
                </a:solidFill>
                <a:latin typeface="Calibri"/>
              </a:rPr>
              <a:t>t</a:t>
            </a:r>
            <a:r>
              <a:rPr b="0" lang="en-US" sz="1800" spc="-1" strike="noStrike">
                <a:solidFill>
                  <a:srgbClr val="000000"/>
                </a:solidFill>
                <a:latin typeface="Calibri"/>
              </a:rPr>
              <a:t> </a:t>
            </a:r>
            <a:r>
              <a:rPr b="0" lang="en-US" sz="1800" spc="-1" strike="noStrike">
                <a:solidFill>
                  <a:srgbClr val="000000"/>
                </a:solidFill>
                <a:latin typeface="Calibri"/>
              </a:rPr>
              <a:t>t</a:t>
            </a:r>
            <a:r>
              <a:rPr b="0" lang="en-US" sz="1800" spc="-1" strike="noStrike">
                <a:solidFill>
                  <a:srgbClr val="000000"/>
                </a:solidFill>
                <a:latin typeface="Calibri"/>
              </a:rPr>
              <a:t>h</a:t>
            </a:r>
            <a:r>
              <a:rPr b="0" lang="en-US" sz="1800" spc="-1" strike="noStrike">
                <a:solidFill>
                  <a:srgbClr val="000000"/>
                </a:solidFill>
                <a:latin typeface="Calibri"/>
              </a:rPr>
              <a:t>e</a:t>
            </a:r>
            <a:r>
              <a:rPr b="0" lang="en-US" sz="1800" spc="-1" strike="noStrike">
                <a:solidFill>
                  <a:srgbClr val="000000"/>
                </a:solidFill>
                <a:latin typeface="Calibri"/>
              </a:rPr>
              <a:t> </a:t>
            </a:r>
            <a:r>
              <a:rPr b="0" lang="en-US" sz="1800" spc="-1" strike="noStrike">
                <a:solidFill>
                  <a:srgbClr val="000000"/>
                </a:solidFill>
                <a:latin typeface="Calibri"/>
              </a:rPr>
              <a:t>t</a:t>
            </a:r>
            <a:r>
              <a:rPr b="0" lang="en-US" sz="1800" spc="-1" strike="noStrike">
                <a:solidFill>
                  <a:srgbClr val="000000"/>
                </a:solidFill>
                <a:latin typeface="Calibri"/>
              </a:rPr>
              <a:t>i</a:t>
            </a:r>
            <a:r>
              <a:rPr b="0" lang="en-US" sz="1800" spc="-1" strike="noStrike">
                <a:solidFill>
                  <a:srgbClr val="000000"/>
                </a:solidFill>
                <a:latin typeface="Calibri"/>
              </a:rPr>
              <a:t>t</a:t>
            </a:r>
            <a:r>
              <a:rPr b="0" lang="en-US" sz="1800" spc="-1" strike="noStrike">
                <a:solidFill>
                  <a:srgbClr val="000000"/>
                </a:solidFill>
                <a:latin typeface="Calibri"/>
              </a:rPr>
              <a:t>l</a:t>
            </a:r>
            <a:r>
              <a:rPr b="0" lang="en-US" sz="1800" spc="-1" strike="noStrike">
                <a:solidFill>
                  <a:srgbClr val="000000"/>
                </a:solidFill>
                <a:latin typeface="Calibri"/>
              </a:rPr>
              <a:t>e</a:t>
            </a:r>
            <a:r>
              <a:rPr b="0" lang="en-US" sz="1800" spc="-1" strike="noStrike">
                <a:solidFill>
                  <a:srgbClr val="000000"/>
                </a:solidFill>
                <a:latin typeface="Calibri"/>
              </a:rPr>
              <a:t> </a:t>
            </a:r>
            <a:r>
              <a:rPr b="0" lang="en-US" sz="1800" spc="-1" strike="noStrike">
                <a:solidFill>
                  <a:srgbClr val="000000"/>
                </a:solidFill>
                <a:latin typeface="Calibri"/>
              </a:rPr>
              <a:t>t</a:t>
            </a:r>
            <a:r>
              <a:rPr b="0" lang="en-US" sz="1800" spc="-1" strike="noStrike">
                <a:solidFill>
                  <a:srgbClr val="000000"/>
                </a:solidFill>
                <a:latin typeface="Calibri"/>
              </a:rPr>
              <a:t>e</a:t>
            </a:r>
            <a:r>
              <a:rPr b="0" lang="en-US" sz="1800" spc="-1" strike="noStrike">
                <a:solidFill>
                  <a:srgbClr val="000000"/>
                </a:solidFill>
                <a:latin typeface="Calibri"/>
              </a:rPr>
              <a:t>x</a:t>
            </a:r>
            <a:r>
              <a:rPr b="0" lang="en-US" sz="1800" spc="-1" strike="noStrike">
                <a:solidFill>
                  <a:srgbClr val="000000"/>
                </a:solidFill>
                <a:latin typeface="Calibri"/>
              </a:rPr>
              <a:t>t</a:t>
            </a:r>
            <a:r>
              <a:rPr b="0" lang="en-US" sz="1800" spc="-1" strike="noStrike">
                <a:solidFill>
                  <a:srgbClr val="000000"/>
                </a:solidFill>
                <a:latin typeface="Calibri"/>
              </a:rPr>
              <a:t> </a:t>
            </a:r>
            <a:r>
              <a:rPr b="0" lang="en-US" sz="1800" spc="-1" strike="noStrike">
                <a:solidFill>
                  <a:srgbClr val="000000"/>
                </a:solidFill>
                <a:latin typeface="Calibri"/>
              </a:rPr>
              <a:t>f</a:t>
            </a:r>
            <a:r>
              <a:rPr b="0" lang="en-US" sz="1800" spc="-1" strike="noStrike">
                <a:solidFill>
                  <a:srgbClr val="000000"/>
                </a:solidFill>
                <a:latin typeface="Calibri"/>
              </a:rPr>
              <a:t>o</a:t>
            </a:r>
            <a:r>
              <a:rPr b="0" lang="en-US" sz="1800" spc="-1" strike="noStrike">
                <a:solidFill>
                  <a:srgbClr val="000000"/>
                </a:solidFill>
                <a:latin typeface="Calibri"/>
              </a:rPr>
              <a:t>r</a:t>
            </a:r>
            <a:r>
              <a:rPr b="0" lang="en-US" sz="1800" spc="-1" strike="noStrike">
                <a:solidFill>
                  <a:srgbClr val="000000"/>
                </a:solidFill>
                <a:latin typeface="Calibri"/>
              </a:rPr>
              <a:t>m</a:t>
            </a:r>
            <a:r>
              <a:rPr b="0" lang="en-US" sz="1800" spc="-1" strike="noStrike">
                <a:solidFill>
                  <a:srgbClr val="000000"/>
                </a:solidFill>
                <a:latin typeface="Calibri"/>
              </a:rPr>
              <a:t>a</a:t>
            </a:r>
            <a:r>
              <a:rPr b="0" lang="en-US" sz="1800" spc="-1" strike="noStrike">
                <a:solidFill>
                  <a:srgbClr val="000000"/>
                </a:solidFill>
                <a:latin typeface="Calibri"/>
              </a:rPr>
              <a:t>t</a:t>
            </a:r>
            <a:endParaRPr b="0" lang="en-US" sz="1800" spc="-1" strike="noStrike">
              <a:solidFill>
                <a:srgbClr val="000000"/>
              </a:solidFill>
              <a:latin typeface="Calibri"/>
            </a:endParaRP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Click to edit the outline text format</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Second Outline Level</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Third Outline Level</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Fourth Outline Level</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3d0d7"/>
            </a:gs>
            <a:gs pos="100000">
              <a:srgbClr val="f0ebe3"/>
            </a:gs>
          </a:gsLst>
          <a:lin ang="0"/>
        </a:gradFill>
      </p:bgPr>
    </p:bg>
    <p:spTree>
      <p:nvGrpSpPr>
        <p:cNvPr id="1" name=""/>
        <p:cNvGrpSpPr/>
        <p:nvPr/>
      </p:nvGrpSpPr>
      <p:grpSpPr>
        <a:xfrm>
          <a:off x="0" y="0"/>
          <a:ext cx="0" cy="0"/>
          <a:chOff x="0" y="0"/>
          <a:chExt cx="0" cy="0"/>
        </a:xfrm>
      </p:grpSpPr>
      <p:sp>
        <p:nvSpPr>
          <p:cNvPr id="41" name="TextBox 2"/>
          <p:cNvSpPr/>
          <p:nvPr/>
        </p:nvSpPr>
        <p:spPr>
          <a:xfrm>
            <a:off x="1724760" y="2465280"/>
            <a:ext cx="14837760" cy="2864520"/>
          </a:xfrm>
          <a:prstGeom prst="rect">
            <a:avLst/>
          </a:prstGeom>
          <a:noFill/>
          <a:ln w="0">
            <a:noFill/>
          </a:ln>
        </p:spPr>
        <p:style>
          <a:lnRef idx="0"/>
          <a:fillRef idx="0"/>
          <a:effectRef idx="0"/>
          <a:fontRef idx="minor"/>
        </p:style>
        <p:txBody>
          <a:bodyPr lIns="0" rIns="0" tIns="0" bIns="0" anchor="t">
            <a:spAutoFit/>
          </a:bodyPr>
          <a:p>
            <a:pPr algn="ctr">
              <a:lnSpc>
                <a:spcPts val="5638"/>
              </a:lnSpc>
              <a:buNone/>
            </a:pPr>
            <a:r>
              <a:rPr b="0" lang="en-US" sz="5750" spc="-1" strike="noStrike">
                <a:solidFill>
                  <a:srgbClr val="4f3a3e"/>
                </a:solidFill>
                <a:latin typeface="Etna Sans Serif"/>
                <a:ea typeface="Etna Sans Serif"/>
              </a:rPr>
              <a:t>Research Proposal Presentation ekfjbwerjlbwergnewirgnkwrl  eiothfpiwerjgrgh iowehgfiwerng weoufhweng uwefbhwefbo ​</a:t>
            </a:r>
            <a:endParaRPr b="0" lang="en-US" sz="5750" spc="-1" strike="noStrike">
              <a:latin typeface="Arial"/>
            </a:endParaRPr>
          </a:p>
        </p:txBody>
      </p:sp>
      <p:sp>
        <p:nvSpPr>
          <p:cNvPr id="42" name="TextBox 3"/>
          <p:cNvSpPr/>
          <p:nvPr/>
        </p:nvSpPr>
        <p:spPr>
          <a:xfrm>
            <a:off x="12804480" y="7376400"/>
            <a:ext cx="7682040" cy="793440"/>
          </a:xfrm>
          <a:prstGeom prst="rect">
            <a:avLst/>
          </a:prstGeom>
          <a:noFill/>
          <a:ln w="0">
            <a:noFill/>
          </a:ln>
        </p:spPr>
        <p:style>
          <a:lnRef idx="0"/>
          <a:fillRef idx="0"/>
          <a:effectRef idx="0"/>
          <a:fontRef idx="minor"/>
        </p:style>
        <p:txBody>
          <a:bodyPr lIns="0" rIns="0" tIns="0" bIns="0" anchor="t">
            <a:spAutoFit/>
          </a:bodyPr>
          <a:p>
            <a:pPr>
              <a:lnSpc>
                <a:spcPts val="6250"/>
              </a:lnSpc>
              <a:buNone/>
            </a:pPr>
            <a:r>
              <a:rPr b="1" lang="en-US" sz="4460" spc="-1" strike="noStrike">
                <a:solidFill>
                  <a:srgbClr val="4f3a3e"/>
                </a:solidFill>
                <a:latin typeface="Clear Sans Bold"/>
                <a:ea typeface="Clear Sans Bold"/>
              </a:rPr>
              <a:t>By Juliana Silva</a:t>
            </a:r>
            <a:endParaRPr b="0" lang="en-US" sz="446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0d7"/>
        </a:solidFill>
      </p:bgPr>
    </p:bg>
    <p:spTree>
      <p:nvGrpSpPr>
        <p:cNvPr id="1" name=""/>
        <p:cNvGrpSpPr/>
        <p:nvPr/>
      </p:nvGrpSpPr>
      <p:grpSpPr>
        <a:xfrm>
          <a:off x="0" y="0"/>
          <a:ext cx="0" cy="0"/>
          <a:chOff x="0" y="0"/>
          <a:chExt cx="0" cy="0"/>
        </a:xfrm>
      </p:grpSpPr>
      <p:grpSp>
        <p:nvGrpSpPr>
          <p:cNvPr id="43" name="Group 2"/>
          <p:cNvGrpSpPr/>
          <p:nvPr/>
        </p:nvGrpSpPr>
        <p:grpSpPr>
          <a:xfrm>
            <a:off x="-547920" y="-475200"/>
            <a:ext cx="6686280" cy="6686280"/>
            <a:chOff x="-547920" y="-475200"/>
            <a:chExt cx="6686280" cy="6686280"/>
          </a:xfrm>
        </p:grpSpPr>
        <p:sp>
          <p:nvSpPr>
            <p:cNvPr id="44" name="Freeform 3"/>
            <p:cNvSpPr/>
            <p:nvPr/>
          </p:nvSpPr>
          <p:spPr>
            <a:xfrm rot="6493200">
              <a:off x="146880" y="219960"/>
              <a:ext cx="5295960" cy="529596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3d0d7">
                    <a:alpha val="52156"/>
                  </a:srgbClr>
                </a:gs>
                <a:gs pos="100000">
                  <a:srgbClr val="f0ebe3">
                    <a:alpha val="52156"/>
                  </a:srgbClr>
                </a:gs>
              </a:gsLst>
              <a:lin ang="5400000"/>
            </a:gradFill>
            <a:ln w="0">
              <a:noFill/>
            </a:ln>
          </p:spPr>
          <p:style>
            <a:lnRef idx="0"/>
            <a:fillRef idx="0"/>
            <a:effectRef idx="0"/>
            <a:fontRef idx="minor"/>
          </p:style>
        </p:sp>
        <p:sp>
          <p:nvSpPr>
            <p:cNvPr id="45" name="TextBox 4"/>
            <p:cNvSpPr/>
            <p:nvPr/>
          </p:nvSpPr>
          <p:spPr>
            <a:xfrm rot="6493200">
              <a:off x="761760" y="631440"/>
              <a:ext cx="4302720" cy="4551120"/>
            </a:xfrm>
            <a:prstGeom prst="rect">
              <a:avLst/>
            </a:prstGeom>
            <a:noFill/>
            <a:ln w="0">
              <a:noFill/>
            </a:ln>
          </p:spPr>
          <p:style>
            <a:lnRef idx="0"/>
            <a:fillRef idx="0"/>
            <a:effectRef idx="0"/>
            <a:fontRef idx="minor"/>
          </p:style>
        </p:sp>
      </p:grpSp>
      <p:sp>
        <p:nvSpPr>
          <p:cNvPr id="46" name="TextBox 5"/>
          <p:cNvSpPr/>
          <p:nvPr/>
        </p:nvSpPr>
        <p:spPr>
          <a:xfrm>
            <a:off x="1028880" y="4269240"/>
            <a:ext cx="16230240" cy="1974600"/>
          </a:xfrm>
          <a:prstGeom prst="rect">
            <a:avLst/>
          </a:prstGeom>
          <a:noFill/>
          <a:ln w="0">
            <a:noFill/>
          </a:ln>
        </p:spPr>
        <p:style>
          <a:lnRef idx="0"/>
          <a:fillRef idx="0"/>
          <a:effectRef idx="0"/>
          <a:fontRef idx="minor"/>
        </p:style>
        <p:txBody>
          <a:bodyPr lIns="0" rIns="0" tIns="0" bIns="0" anchor="t">
            <a:spAutoFit/>
          </a:bodyPr>
          <a:p>
            <a:pPr algn="just">
              <a:lnSpc>
                <a:spcPts val="3886"/>
              </a:lnSpc>
              <a:buNone/>
            </a:pPr>
            <a:r>
              <a:rPr b="0" lang="en-US" sz="3500" spc="-77" strike="noStrike">
                <a:solidFill>
                  <a:srgbClr val="4f3a3e"/>
                </a:solidFill>
                <a:latin typeface="Clear Sans"/>
                <a:ea typeface="Clear Sans"/>
              </a:rPr>
              <a:t>Warm greetings to all present. As we gather here today, I am excited to introduce our research proposal for Ingoude Company, which aims to address key challenges and capitalize on emerging opportunities in the market.​</a:t>
            </a:r>
            <a:endParaRPr b="0" lang="en-US" sz="3500" spc="-1" strike="noStrike">
              <a:latin typeface="Arial"/>
            </a:endParaRPr>
          </a:p>
        </p:txBody>
      </p:sp>
      <p:sp>
        <p:nvSpPr>
          <p:cNvPr id="47" name="TextBox 6"/>
          <p:cNvSpPr/>
          <p:nvPr/>
        </p:nvSpPr>
        <p:spPr>
          <a:xfrm>
            <a:off x="6396120" y="1783800"/>
            <a:ext cx="6634080" cy="1351440"/>
          </a:xfrm>
          <a:prstGeom prst="rect">
            <a:avLst/>
          </a:prstGeom>
          <a:noFill/>
          <a:ln w="0">
            <a:noFill/>
          </a:ln>
        </p:spPr>
        <p:style>
          <a:lnRef idx="0"/>
          <a:fillRef idx="0"/>
          <a:effectRef idx="0"/>
          <a:fontRef idx="minor"/>
        </p:style>
        <p:txBody>
          <a:bodyPr lIns="0" rIns="0" tIns="0" bIns="0" anchor="t">
            <a:spAutoFit/>
          </a:bodyPr>
          <a:p>
            <a:pPr algn="just">
              <a:lnSpc>
                <a:spcPts val="10638"/>
              </a:lnSpc>
              <a:buNone/>
            </a:pPr>
            <a:r>
              <a:rPr b="0" lang="en-US" sz="7600" spc="-1" strike="noStrike">
                <a:solidFill>
                  <a:srgbClr val="4f3a3e"/>
                </a:solidFill>
                <a:latin typeface="Etna Sans Serif"/>
                <a:ea typeface="Etna Sans Serif"/>
              </a:rPr>
              <a:t>Introduction </a:t>
            </a:r>
            <a:endParaRPr b="0" lang="en-US" sz="7600" spc="-1" strike="noStrike">
              <a:latin typeface="Arial"/>
            </a:endParaRPr>
          </a:p>
        </p:txBody>
      </p:sp>
      <p:grpSp>
        <p:nvGrpSpPr>
          <p:cNvPr id="48" name="Group 7"/>
          <p:cNvGrpSpPr/>
          <p:nvPr/>
        </p:nvGrpSpPr>
        <p:grpSpPr>
          <a:xfrm>
            <a:off x="12857400" y="6667200"/>
            <a:ext cx="6333840" cy="6334200"/>
            <a:chOff x="12857400" y="6667200"/>
            <a:chExt cx="6333840" cy="6334200"/>
          </a:xfrm>
        </p:grpSpPr>
        <p:sp>
          <p:nvSpPr>
            <p:cNvPr id="49" name="Freeform 8"/>
            <p:cNvSpPr/>
            <p:nvPr/>
          </p:nvSpPr>
          <p:spPr>
            <a:xfrm rot="18304800">
              <a:off x="13750920" y="7560720"/>
              <a:ext cx="4546800" cy="454680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3d0d7"/>
                </a:gs>
                <a:gs pos="100000">
                  <a:srgbClr val="f0ebe3"/>
                </a:gs>
              </a:gsLst>
              <a:lin ang="5400000"/>
            </a:gradFill>
            <a:ln w="0">
              <a:noFill/>
            </a:ln>
          </p:spPr>
          <p:style>
            <a:lnRef idx="0"/>
            <a:fillRef idx="0"/>
            <a:effectRef idx="0"/>
            <a:fontRef idx="minor"/>
          </p:style>
        </p:sp>
        <p:sp>
          <p:nvSpPr>
            <p:cNvPr id="50" name="TextBox 9"/>
            <p:cNvSpPr/>
            <p:nvPr/>
          </p:nvSpPr>
          <p:spPr>
            <a:xfrm rot="18304800">
              <a:off x="14090400" y="7819200"/>
              <a:ext cx="3694320" cy="3907440"/>
            </a:xfrm>
            <a:prstGeom prst="rect">
              <a:avLst/>
            </a:prstGeom>
            <a:noFill/>
            <a:ln w="0">
              <a:noFill/>
            </a:ln>
          </p:spPr>
          <p:style>
            <a:lnRef idx="0"/>
            <a:fillRef idx="0"/>
            <a:effectRef idx="0"/>
            <a:fontRef idx="minor"/>
          </p:style>
        </p:sp>
      </p:gr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0d7"/>
        </a:solidFill>
      </p:bgPr>
    </p:bg>
    <p:spTree>
      <p:nvGrpSpPr>
        <p:cNvPr id="1" name=""/>
        <p:cNvGrpSpPr/>
        <p:nvPr/>
      </p:nvGrpSpPr>
      <p:grpSpPr>
        <a:xfrm>
          <a:off x="0" y="0"/>
          <a:ext cx="0" cy="0"/>
          <a:chOff x="0" y="0"/>
          <a:chExt cx="0" cy="0"/>
        </a:xfrm>
      </p:grpSpPr>
      <p:sp>
        <p:nvSpPr>
          <p:cNvPr id="51" name="TextBox 2"/>
          <p:cNvSpPr/>
          <p:nvPr/>
        </p:nvSpPr>
        <p:spPr>
          <a:xfrm>
            <a:off x="1028880" y="4180680"/>
            <a:ext cx="16230240" cy="1972440"/>
          </a:xfrm>
          <a:prstGeom prst="rect">
            <a:avLst/>
          </a:prstGeom>
          <a:noFill/>
          <a:ln w="0">
            <a:noFill/>
          </a:ln>
        </p:spPr>
        <p:style>
          <a:lnRef idx="0"/>
          <a:fillRef idx="0"/>
          <a:effectRef idx="0"/>
          <a:fontRef idx="minor"/>
        </p:style>
        <p:txBody>
          <a:bodyPr lIns="0" rIns="0" tIns="0" bIns="0" anchor="t">
            <a:spAutoFit/>
          </a:bodyPr>
          <a:p>
            <a:pPr algn="just">
              <a:lnSpc>
                <a:spcPts val="3883"/>
              </a:lnSpc>
              <a:buNone/>
            </a:pPr>
            <a:r>
              <a:rPr b="0" lang="en-US" sz="3500" spc="-77" strike="noStrike">
                <a:solidFill>
                  <a:srgbClr val="4f3a3e"/>
                </a:solidFill>
                <a:latin typeface="Clear Sans"/>
                <a:ea typeface="Clear Sans"/>
              </a:rPr>
              <a:t>Lorem ipsum dolor sit amet, consectetur adipiscing elit. Maecenas scelerisque sapien quam, et ornare tortor faucibus at. Nullam elementum dolor quis mollis eleifend. Sed in tempus quam. Donec augue tortor, suscipit sit amet cursus in, maximus sit amet tortor.</a:t>
            </a:r>
            <a:endParaRPr b="0" lang="en-US" sz="3500" spc="-1" strike="noStrike">
              <a:latin typeface="Arial"/>
            </a:endParaRPr>
          </a:p>
        </p:txBody>
      </p:sp>
      <p:sp>
        <p:nvSpPr>
          <p:cNvPr id="52" name="TextBox 3"/>
          <p:cNvSpPr/>
          <p:nvPr/>
        </p:nvSpPr>
        <p:spPr>
          <a:xfrm>
            <a:off x="4740120" y="1783800"/>
            <a:ext cx="8807400" cy="1350720"/>
          </a:xfrm>
          <a:prstGeom prst="rect">
            <a:avLst/>
          </a:prstGeom>
          <a:noFill/>
          <a:ln w="0">
            <a:noFill/>
          </a:ln>
        </p:spPr>
        <p:style>
          <a:lnRef idx="0"/>
          <a:fillRef idx="0"/>
          <a:effectRef idx="0"/>
          <a:fontRef idx="minor"/>
        </p:style>
        <p:txBody>
          <a:bodyPr lIns="0" rIns="0" tIns="0" bIns="0" anchor="t">
            <a:spAutoFit/>
          </a:bodyPr>
          <a:p>
            <a:pPr algn="ctr">
              <a:lnSpc>
                <a:spcPts val="10638"/>
              </a:lnSpc>
              <a:buNone/>
            </a:pPr>
            <a:r>
              <a:rPr b="0" lang="en-US" sz="7600" spc="-1" strike="noStrike">
                <a:solidFill>
                  <a:srgbClr val="4f3a3e"/>
                </a:solidFill>
                <a:latin typeface="Etna Sans Serif"/>
                <a:ea typeface="Etna Sans Serif"/>
              </a:rPr>
              <a:t>Methodology </a:t>
            </a:r>
            <a:endParaRPr b="0" lang="en-US" sz="7600" spc="-1" strike="noStrike">
              <a:latin typeface="Arial"/>
            </a:endParaRPr>
          </a:p>
        </p:txBody>
      </p:sp>
      <p:grpSp>
        <p:nvGrpSpPr>
          <p:cNvPr id="53" name="Group 4"/>
          <p:cNvGrpSpPr/>
          <p:nvPr/>
        </p:nvGrpSpPr>
        <p:grpSpPr>
          <a:xfrm>
            <a:off x="11492640" y="9033120"/>
            <a:ext cx="6940080" cy="2507040"/>
            <a:chOff x="11492640" y="9033120"/>
            <a:chExt cx="6940080" cy="2507040"/>
          </a:xfrm>
        </p:grpSpPr>
        <p:sp>
          <p:nvSpPr>
            <p:cNvPr id="54" name="Freeform 5"/>
            <p:cNvSpPr/>
            <p:nvPr/>
          </p:nvSpPr>
          <p:spPr>
            <a:xfrm rot="5400000">
              <a:off x="13636800" y="6888960"/>
              <a:ext cx="2507040" cy="6795360"/>
            </a:xfrm>
            <a:custGeom>
              <a:avLst/>
              <a:gdLst/>
              <a:ahLst/>
              <a:rect l="l" t="t" r="r" b="b"/>
              <a:pathLst>
                <a:path w="660400" h="1789815">
                  <a:moveTo>
                    <a:pt x="220252" y="1770746"/>
                  </a:moveTo>
                  <a:cubicBezTo>
                    <a:pt x="254109" y="1782260"/>
                    <a:pt x="292600" y="1789815"/>
                    <a:pt x="330378" y="1789815"/>
                  </a:cubicBezTo>
                  <a:cubicBezTo>
                    <a:pt x="368157" y="1789815"/>
                    <a:pt x="404509" y="1783338"/>
                    <a:pt x="438009" y="1771824"/>
                  </a:cubicBezTo>
                  <a:cubicBezTo>
                    <a:pt x="438723" y="1771465"/>
                    <a:pt x="439435" y="1771465"/>
                    <a:pt x="440148" y="1771105"/>
                  </a:cubicBezTo>
                  <a:cubicBezTo>
                    <a:pt x="565955" y="1725050"/>
                    <a:pt x="658618" y="1603436"/>
                    <a:pt x="660400" y="1439611"/>
                  </a:cubicBezTo>
                  <a:lnTo>
                    <a:pt x="660400" y="0"/>
                  </a:lnTo>
                  <a:lnTo>
                    <a:pt x="0" y="0"/>
                  </a:lnTo>
                  <a:lnTo>
                    <a:pt x="0" y="1438542"/>
                  </a:lnTo>
                  <a:cubicBezTo>
                    <a:pt x="1782" y="1604155"/>
                    <a:pt x="93019" y="1725770"/>
                    <a:pt x="220252" y="1770746"/>
                  </a:cubicBezTo>
                  <a:close/>
                </a:path>
              </a:pathLst>
            </a:custGeom>
            <a:gradFill rotWithShape="0">
              <a:gsLst>
                <a:gs pos="0">
                  <a:srgbClr val="f3d0d7"/>
                </a:gs>
                <a:gs pos="100000">
                  <a:srgbClr val="f0ebe3"/>
                </a:gs>
              </a:gsLst>
              <a:lin ang="5400000"/>
            </a:gradFill>
            <a:ln w="0">
              <a:noFill/>
            </a:ln>
          </p:spPr>
          <p:style>
            <a:lnRef idx="0"/>
            <a:fillRef idx="0"/>
            <a:effectRef idx="0"/>
            <a:fontRef idx="minor"/>
          </p:style>
        </p:sp>
        <p:sp>
          <p:nvSpPr>
            <p:cNvPr id="55" name="TextBox 6"/>
            <p:cNvSpPr/>
            <p:nvPr/>
          </p:nvSpPr>
          <p:spPr>
            <a:xfrm rot="5400000">
              <a:off x="13950360" y="7057800"/>
              <a:ext cx="2507040" cy="6457680"/>
            </a:xfrm>
            <a:prstGeom prst="rect">
              <a:avLst/>
            </a:prstGeom>
            <a:noFill/>
            <a:ln w="0">
              <a:noFill/>
            </a:ln>
          </p:spPr>
          <p:style>
            <a:lnRef idx="0"/>
            <a:fillRef idx="0"/>
            <a:effectRef idx="0"/>
            <a:fontRef idx="minor"/>
          </p:style>
        </p:sp>
      </p:grpSp>
      <p:grpSp>
        <p:nvGrpSpPr>
          <p:cNvPr id="56" name="Group 7"/>
          <p:cNvGrpSpPr/>
          <p:nvPr/>
        </p:nvGrpSpPr>
        <p:grpSpPr>
          <a:xfrm>
            <a:off x="-144720" y="-1100880"/>
            <a:ext cx="6940080" cy="2507040"/>
            <a:chOff x="-144720" y="-1100880"/>
            <a:chExt cx="6940080" cy="2507040"/>
          </a:xfrm>
        </p:grpSpPr>
        <p:sp>
          <p:nvSpPr>
            <p:cNvPr id="57" name="Freeform 8"/>
            <p:cNvSpPr/>
            <p:nvPr/>
          </p:nvSpPr>
          <p:spPr>
            <a:xfrm rot="16200000">
              <a:off x="2144160" y="-3244680"/>
              <a:ext cx="2507040" cy="6795360"/>
            </a:xfrm>
            <a:custGeom>
              <a:avLst/>
              <a:gdLst/>
              <a:ahLst/>
              <a:rect l="l" t="t" r="r" b="b"/>
              <a:pathLst>
                <a:path w="660400" h="1789815">
                  <a:moveTo>
                    <a:pt x="220252" y="1770746"/>
                  </a:moveTo>
                  <a:cubicBezTo>
                    <a:pt x="254109" y="1782260"/>
                    <a:pt x="292600" y="1789815"/>
                    <a:pt x="330378" y="1789815"/>
                  </a:cubicBezTo>
                  <a:cubicBezTo>
                    <a:pt x="368157" y="1789815"/>
                    <a:pt x="404509" y="1783338"/>
                    <a:pt x="438009" y="1771824"/>
                  </a:cubicBezTo>
                  <a:cubicBezTo>
                    <a:pt x="438723" y="1771465"/>
                    <a:pt x="439435" y="1771465"/>
                    <a:pt x="440148" y="1771105"/>
                  </a:cubicBezTo>
                  <a:cubicBezTo>
                    <a:pt x="565955" y="1725050"/>
                    <a:pt x="658618" y="1603436"/>
                    <a:pt x="660400" y="1439611"/>
                  </a:cubicBezTo>
                  <a:lnTo>
                    <a:pt x="660400" y="0"/>
                  </a:lnTo>
                  <a:lnTo>
                    <a:pt x="0" y="0"/>
                  </a:lnTo>
                  <a:lnTo>
                    <a:pt x="0" y="1438542"/>
                  </a:lnTo>
                  <a:cubicBezTo>
                    <a:pt x="1782" y="1604155"/>
                    <a:pt x="93019" y="1725770"/>
                    <a:pt x="220252" y="1770746"/>
                  </a:cubicBezTo>
                  <a:close/>
                </a:path>
              </a:pathLst>
            </a:custGeom>
            <a:gradFill rotWithShape="0">
              <a:gsLst>
                <a:gs pos="0">
                  <a:srgbClr val="f3d0d7"/>
                </a:gs>
                <a:gs pos="100000">
                  <a:srgbClr val="f0ebe3"/>
                </a:gs>
              </a:gsLst>
              <a:lin ang="5400000"/>
            </a:gradFill>
            <a:ln w="0">
              <a:noFill/>
            </a:ln>
          </p:spPr>
          <p:style>
            <a:lnRef idx="0"/>
            <a:fillRef idx="0"/>
            <a:effectRef idx="0"/>
            <a:fontRef idx="minor"/>
          </p:style>
        </p:sp>
        <p:sp>
          <p:nvSpPr>
            <p:cNvPr id="58" name="TextBox 9"/>
            <p:cNvSpPr/>
            <p:nvPr/>
          </p:nvSpPr>
          <p:spPr>
            <a:xfrm rot="16200000">
              <a:off x="1830600" y="-3075840"/>
              <a:ext cx="2507040" cy="6457680"/>
            </a:xfrm>
            <a:prstGeom prst="rect">
              <a:avLst/>
            </a:prstGeom>
            <a:noFill/>
            <a:ln w="0">
              <a:noFill/>
            </a:ln>
          </p:spPr>
          <p:style>
            <a:lnRef idx="0"/>
            <a:fillRef idx="0"/>
            <a:effectRef idx="0"/>
            <a:fontRef idx="minor"/>
          </p:style>
        </p:sp>
      </p:grpSp>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0ebe3"/>
            </a:gs>
            <a:gs pos="100000">
              <a:srgbClr val="f3d0d7"/>
            </a:gs>
          </a:gsLst>
          <a:lin ang="13500000"/>
        </a:gradFill>
      </p:bgPr>
    </p:bg>
    <p:spTree>
      <p:nvGrpSpPr>
        <p:cNvPr id="1" name=""/>
        <p:cNvGrpSpPr/>
        <p:nvPr/>
      </p:nvGrpSpPr>
      <p:grpSpPr>
        <a:xfrm>
          <a:off x="0" y="0"/>
          <a:ext cx="0" cy="0"/>
          <a:chOff x="0" y="0"/>
          <a:chExt cx="0" cy="0"/>
        </a:xfrm>
      </p:grpSpPr>
      <p:grpSp>
        <p:nvGrpSpPr>
          <p:cNvPr id="59" name="Group 2"/>
          <p:cNvGrpSpPr/>
          <p:nvPr/>
        </p:nvGrpSpPr>
        <p:grpSpPr>
          <a:xfrm>
            <a:off x="-706320" y="-681120"/>
            <a:ext cx="7869960" cy="7869960"/>
            <a:chOff x="-706320" y="-681120"/>
            <a:chExt cx="7869960" cy="7869960"/>
          </a:xfrm>
        </p:grpSpPr>
        <p:sp>
          <p:nvSpPr>
            <p:cNvPr id="60" name="Freeform 3"/>
            <p:cNvSpPr/>
            <p:nvPr/>
          </p:nvSpPr>
          <p:spPr>
            <a:xfrm rot="6493200">
              <a:off x="111960" y="137160"/>
              <a:ext cx="6233400" cy="623340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3d0d7">
                    <a:alpha val="52156"/>
                  </a:srgbClr>
                </a:gs>
                <a:gs pos="100000">
                  <a:srgbClr val="f0ebe3">
                    <a:alpha val="52156"/>
                  </a:srgbClr>
                </a:gs>
              </a:gsLst>
              <a:lin ang="5400000"/>
            </a:gradFill>
            <a:ln w="0">
              <a:noFill/>
            </a:ln>
          </p:spPr>
          <p:style>
            <a:lnRef idx="0"/>
            <a:fillRef idx="0"/>
            <a:effectRef idx="0"/>
            <a:fontRef idx="minor"/>
          </p:style>
        </p:sp>
        <p:sp>
          <p:nvSpPr>
            <p:cNvPr id="61" name="TextBox 4"/>
            <p:cNvSpPr/>
            <p:nvPr/>
          </p:nvSpPr>
          <p:spPr>
            <a:xfrm rot="6493200">
              <a:off x="834840" y="621000"/>
              <a:ext cx="5064480" cy="5356800"/>
            </a:xfrm>
            <a:prstGeom prst="rect">
              <a:avLst/>
            </a:prstGeom>
            <a:noFill/>
            <a:ln w="0">
              <a:noFill/>
            </a:ln>
          </p:spPr>
          <p:style>
            <a:lnRef idx="0"/>
            <a:fillRef idx="0"/>
            <a:effectRef idx="0"/>
            <a:fontRef idx="minor"/>
          </p:style>
        </p:sp>
      </p:grpSp>
      <p:grpSp>
        <p:nvGrpSpPr>
          <p:cNvPr id="62" name="Group 5"/>
          <p:cNvGrpSpPr/>
          <p:nvPr/>
        </p:nvGrpSpPr>
        <p:grpSpPr>
          <a:xfrm>
            <a:off x="12761640" y="4737240"/>
            <a:ext cx="5974920" cy="5974920"/>
            <a:chOff x="12761640" y="4737240"/>
            <a:chExt cx="5974920" cy="5974920"/>
          </a:xfrm>
        </p:grpSpPr>
        <p:sp>
          <p:nvSpPr>
            <p:cNvPr id="63" name="Freeform 6"/>
            <p:cNvSpPr/>
            <p:nvPr/>
          </p:nvSpPr>
          <p:spPr>
            <a:xfrm rot="11566800">
              <a:off x="13251960" y="5227560"/>
              <a:ext cx="4993920" cy="499392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0ebe3">
                    <a:alpha val="52156"/>
                  </a:srgbClr>
                </a:gs>
                <a:gs pos="100000">
                  <a:srgbClr val="eeb1bd">
                    <a:alpha val="52156"/>
                  </a:srgbClr>
                </a:gs>
              </a:gsLst>
              <a:lin ang="13500000"/>
            </a:gradFill>
            <a:ln w="0">
              <a:noFill/>
            </a:ln>
          </p:spPr>
          <p:style>
            <a:lnRef idx="0"/>
            <a:fillRef idx="0"/>
            <a:effectRef idx="0"/>
            <a:fontRef idx="minor"/>
          </p:style>
        </p:sp>
        <p:sp>
          <p:nvSpPr>
            <p:cNvPr id="64" name="TextBox 7"/>
            <p:cNvSpPr/>
            <p:nvPr/>
          </p:nvSpPr>
          <p:spPr>
            <a:xfrm rot="11566800">
              <a:off x="13694400" y="5693040"/>
              <a:ext cx="4057560" cy="4291560"/>
            </a:xfrm>
            <a:prstGeom prst="rect">
              <a:avLst/>
            </a:prstGeom>
            <a:noFill/>
            <a:ln w="0">
              <a:noFill/>
            </a:ln>
          </p:spPr>
          <p:style>
            <a:lnRef idx="0"/>
            <a:fillRef idx="0"/>
            <a:effectRef idx="0"/>
            <a:fontRef idx="minor"/>
          </p:style>
        </p:sp>
      </p:grpSp>
      <p:sp>
        <p:nvSpPr>
          <p:cNvPr id="65" name="TextBox 8"/>
          <p:cNvSpPr/>
          <p:nvPr/>
        </p:nvSpPr>
        <p:spPr>
          <a:xfrm>
            <a:off x="965880" y="4180680"/>
            <a:ext cx="16356240" cy="1972440"/>
          </a:xfrm>
          <a:prstGeom prst="rect">
            <a:avLst/>
          </a:prstGeom>
          <a:noFill/>
          <a:ln w="0">
            <a:noFill/>
          </a:ln>
        </p:spPr>
        <p:style>
          <a:lnRef idx="0"/>
          <a:fillRef idx="0"/>
          <a:effectRef idx="0"/>
          <a:fontRef idx="minor"/>
        </p:style>
        <p:txBody>
          <a:bodyPr lIns="0" rIns="0" tIns="0" bIns="0" anchor="t">
            <a:spAutoFit/>
          </a:bodyPr>
          <a:p>
            <a:pPr algn="just">
              <a:lnSpc>
                <a:spcPts val="3883"/>
              </a:lnSpc>
              <a:buNone/>
            </a:pPr>
            <a:r>
              <a:rPr b="0" lang="en-US" sz="3500" spc="-77" strike="noStrike">
                <a:solidFill>
                  <a:srgbClr val="4f3a3e"/>
                </a:solidFill>
                <a:latin typeface="Clear Sans"/>
                <a:ea typeface="Clear Sans"/>
              </a:rPr>
              <a:t>Lorem ipsum dolor sit amet, consectetur adipiscing elit. Maecenas scelerisque sapien quam, et ornare tortor faucibus at. Nullam elementum dolor quis mollis eleifend. Sed in tempus quam. Donec augue tortor, suscipit sit amet cursus in, maximus sit amet tortor.</a:t>
            </a:r>
            <a:endParaRPr b="0" lang="en-US" sz="3500" spc="-1" strike="noStrike">
              <a:latin typeface="Arial"/>
            </a:endParaRPr>
          </a:p>
        </p:txBody>
      </p:sp>
      <p:sp>
        <p:nvSpPr>
          <p:cNvPr id="66" name="TextBox 9"/>
          <p:cNvSpPr/>
          <p:nvPr/>
        </p:nvSpPr>
        <p:spPr>
          <a:xfrm>
            <a:off x="4740120" y="1680840"/>
            <a:ext cx="8807400" cy="1350720"/>
          </a:xfrm>
          <a:prstGeom prst="rect">
            <a:avLst/>
          </a:prstGeom>
          <a:noFill/>
          <a:ln w="0">
            <a:noFill/>
          </a:ln>
        </p:spPr>
        <p:style>
          <a:lnRef idx="0"/>
          <a:fillRef idx="0"/>
          <a:effectRef idx="0"/>
          <a:fontRef idx="minor"/>
        </p:style>
        <p:txBody>
          <a:bodyPr lIns="0" rIns="0" tIns="0" bIns="0" anchor="t">
            <a:spAutoFit/>
          </a:bodyPr>
          <a:p>
            <a:pPr algn="ctr">
              <a:lnSpc>
                <a:spcPts val="10638"/>
              </a:lnSpc>
              <a:buNone/>
            </a:pPr>
            <a:r>
              <a:rPr b="0" lang="en-US" sz="7600" spc="-1" strike="noStrike">
                <a:solidFill>
                  <a:srgbClr val="4f3a3e"/>
                </a:solidFill>
                <a:latin typeface="Etna Sans Serif"/>
                <a:ea typeface="Etna Sans Serif"/>
              </a:rPr>
              <a:t>Result</a:t>
            </a:r>
            <a:endParaRPr b="0" lang="en-US" sz="7600" spc="-1" strike="noStrike">
              <a:latin typeface="Arial"/>
            </a:endParaRPr>
          </a:p>
        </p:txBody>
      </p:sp>
      <p:grpSp>
        <p:nvGrpSpPr>
          <p:cNvPr id="67" name="Group 10"/>
          <p:cNvGrpSpPr/>
          <p:nvPr/>
        </p:nvGrpSpPr>
        <p:grpSpPr>
          <a:xfrm>
            <a:off x="-180360" y="-10800"/>
            <a:ext cx="2418480" cy="2418480"/>
            <a:chOff x="-180360" y="-10800"/>
            <a:chExt cx="2418480" cy="2418480"/>
          </a:xfrm>
        </p:grpSpPr>
        <p:sp>
          <p:nvSpPr>
            <p:cNvPr id="68" name="Freeform 11"/>
            <p:cNvSpPr/>
            <p:nvPr/>
          </p:nvSpPr>
          <p:spPr>
            <a:xfrm rot="7146600">
              <a:off x="139680" y="309240"/>
              <a:ext cx="1778040" cy="17780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3d0d7">
                    <a:alpha val="52156"/>
                  </a:srgbClr>
                </a:gs>
                <a:gs pos="100000">
                  <a:srgbClr val="f0ebe3">
                    <a:alpha val="52156"/>
                  </a:srgbClr>
                </a:gs>
              </a:gsLst>
              <a:lin ang="5400000"/>
            </a:gradFill>
            <a:ln w="0">
              <a:noFill/>
            </a:ln>
          </p:spPr>
          <p:style>
            <a:lnRef idx="0"/>
            <a:fillRef idx="0"/>
            <a:effectRef idx="0"/>
            <a:fontRef idx="minor"/>
          </p:style>
        </p:sp>
        <p:sp>
          <p:nvSpPr>
            <p:cNvPr id="69" name="TextBox 12"/>
            <p:cNvSpPr/>
            <p:nvPr/>
          </p:nvSpPr>
          <p:spPr>
            <a:xfrm rot="7146600">
              <a:off x="342720" y="454320"/>
              <a:ext cx="1444680" cy="1528200"/>
            </a:xfrm>
            <a:prstGeom prst="rect">
              <a:avLst/>
            </a:prstGeom>
            <a:noFill/>
            <a:ln w="0">
              <a:noFill/>
            </a:ln>
          </p:spPr>
          <p:style>
            <a:lnRef idx="0"/>
            <a:fillRef idx="0"/>
            <a:effectRef idx="0"/>
            <a:fontRef idx="minor"/>
          </p:style>
        </p:sp>
      </p:grpSp>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0d7"/>
        </a:solidFill>
      </p:bgPr>
    </p:bg>
    <p:spTree>
      <p:nvGrpSpPr>
        <p:cNvPr id="1" name=""/>
        <p:cNvGrpSpPr/>
        <p:nvPr/>
      </p:nvGrpSpPr>
      <p:grpSpPr>
        <a:xfrm>
          <a:off x="0" y="0"/>
          <a:ext cx="0" cy="0"/>
          <a:chOff x="0" y="0"/>
          <a:chExt cx="0" cy="0"/>
        </a:xfrm>
      </p:grpSpPr>
      <p:sp>
        <p:nvSpPr>
          <p:cNvPr id="70" name="TextBox 2"/>
          <p:cNvSpPr/>
          <p:nvPr/>
        </p:nvSpPr>
        <p:spPr>
          <a:xfrm>
            <a:off x="1028880" y="4180680"/>
            <a:ext cx="16230240" cy="1973880"/>
          </a:xfrm>
          <a:prstGeom prst="rect">
            <a:avLst/>
          </a:prstGeom>
          <a:noFill/>
          <a:ln w="0">
            <a:noFill/>
          </a:ln>
        </p:spPr>
        <p:style>
          <a:lnRef idx="0"/>
          <a:fillRef idx="0"/>
          <a:effectRef idx="0"/>
          <a:fontRef idx="minor"/>
        </p:style>
        <p:txBody>
          <a:bodyPr lIns="0" rIns="0" tIns="0" bIns="0" anchor="t">
            <a:spAutoFit/>
          </a:bodyPr>
          <a:p>
            <a:pPr algn="just">
              <a:lnSpc>
                <a:spcPts val="3886"/>
              </a:lnSpc>
              <a:buNone/>
            </a:pPr>
            <a:r>
              <a:rPr b="0" lang="en-US" sz="3500" spc="-77" strike="noStrike">
                <a:solidFill>
                  <a:srgbClr val="4f3a3e"/>
                </a:solidFill>
                <a:latin typeface="Clear Sans"/>
                <a:ea typeface="Clear Sans"/>
              </a:rPr>
              <a:t>Lorem ipsum dolor sit amet, consectetur adipiscing elit. Maecenas scelerisque sapien quam, et ornare tortor faucibus at. Nullam elementum dolor quis mollis eleifend. Sed in tempus quam. Donec augue tortor, suscipit sit amet cursus in, maximus sit amet tortor.</a:t>
            </a:r>
            <a:endParaRPr b="0" lang="en-US" sz="3500" spc="-1" strike="noStrike">
              <a:latin typeface="Arial"/>
            </a:endParaRPr>
          </a:p>
        </p:txBody>
      </p:sp>
      <p:grpSp>
        <p:nvGrpSpPr>
          <p:cNvPr id="71" name="Group 3"/>
          <p:cNvGrpSpPr/>
          <p:nvPr/>
        </p:nvGrpSpPr>
        <p:grpSpPr>
          <a:xfrm>
            <a:off x="17711640" y="-289800"/>
            <a:ext cx="2507040" cy="6940080"/>
            <a:chOff x="17711640" y="-289800"/>
            <a:chExt cx="2507040" cy="6940080"/>
          </a:xfrm>
        </p:grpSpPr>
        <p:sp>
          <p:nvSpPr>
            <p:cNvPr id="72" name="Freeform 4"/>
            <p:cNvSpPr/>
            <p:nvPr/>
          </p:nvSpPr>
          <p:spPr>
            <a:xfrm>
              <a:off x="17711640" y="-145080"/>
              <a:ext cx="2507040" cy="6795360"/>
            </a:xfrm>
            <a:custGeom>
              <a:avLst/>
              <a:gdLst/>
              <a:ahLst/>
              <a:rect l="l" t="t" r="r" b="b"/>
              <a:pathLst>
                <a:path w="660400" h="1789815">
                  <a:moveTo>
                    <a:pt x="220252" y="1770746"/>
                  </a:moveTo>
                  <a:cubicBezTo>
                    <a:pt x="254109" y="1782260"/>
                    <a:pt x="292600" y="1789815"/>
                    <a:pt x="330378" y="1789815"/>
                  </a:cubicBezTo>
                  <a:cubicBezTo>
                    <a:pt x="368157" y="1789815"/>
                    <a:pt x="404509" y="1783338"/>
                    <a:pt x="438009" y="1771824"/>
                  </a:cubicBezTo>
                  <a:cubicBezTo>
                    <a:pt x="438723" y="1771465"/>
                    <a:pt x="439435" y="1771465"/>
                    <a:pt x="440148" y="1771105"/>
                  </a:cubicBezTo>
                  <a:cubicBezTo>
                    <a:pt x="565955" y="1725050"/>
                    <a:pt x="658618" y="1603436"/>
                    <a:pt x="660400" y="1439611"/>
                  </a:cubicBezTo>
                  <a:lnTo>
                    <a:pt x="660400" y="0"/>
                  </a:lnTo>
                  <a:lnTo>
                    <a:pt x="0" y="0"/>
                  </a:lnTo>
                  <a:lnTo>
                    <a:pt x="0" y="1438542"/>
                  </a:lnTo>
                  <a:cubicBezTo>
                    <a:pt x="1782" y="1604155"/>
                    <a:pt x="93019" y="1725770"/>
                    <a:pt x="220252" y="1770746"/>
                  </a:cubicBezTo>
                  <a:close/>
                </a:path>
              </a:pathLst>
            </a:custGeom>
            <a:gradFill rotWithShape="0">
              <a:gsLst>
                <a:gs pos="0">
                  <a:srgbClr val="f3d0d7"/>
                </a:gs>
                <a:gs pos="100000">
                  <a:srgbClr val="f0ebe3"/>
                </a:gs>
              </a:gsLst>
              <a:lin ang="5400000"/>
            </a:gradFill>
            <a:ln w="0">
              <a:noFill/>
            </a:ln>
          </p:spPr>
          <p:style>
            <a:lnRef idx="0"/>
            <a:fillRef idx="0"/>
            <a:effectRef idx="0"/>
            <a:fontRef idx="minor"/>
          </p:style>
        </p:sp>
        <p:sp>
          <p:nvSpPr>
            <p:cNvPr id="73" name="TextBox 5"/>
            <p:cNvSpPr/>
            <p:nvPr/>
          </p:nvSpPr>
          <p:spPr>
            <a:xfrm>
              <a:off x="17711640" y="-289800"/>
              <a:ext cx="2507040" cy="6457680"/>
            </a:xfrm>
            <a:prstGeom prst="rect">
              <a:avLst/>
            </a:prstGeom>
            <a:noFill/>
            <a:ln w="0">
              <a:noFill/>
            </a:ln>
          </p:spPr>
          <p:style>
            <a:lnRef idx="0"/>
            <a:fillRef idx="0"/>
            <a:effectRef idx="0"/>
            <a:fontRef idx="minor"/>
          </p:style>
        </p:sp>
      </p:grpSp>
      <p:sp>
        <p:nvSpPr>
          <p:cNvPr id="74" name="TextBox 6"/>
          <p:cNvSpPr/>
          <p:nvPr/>
        </p:nvSpPr>
        <p:spPr>
          <a:xfrm>
            <a:off x="6715800" y="1783800"/>
            <a:ext cx="5857200" cy="1351440"/>
          </a:xfrm>
          <a:prstGeom prst="rect">
            <a:avLst/>
          </a:prstGeom>
          <a:noFill/>
          <a:ln w="0">
            <a:noFill/>
          </a:ln>
        </p:spPr>
        <p:style>
          <a:lnRef idx="0"/>
          <a:fillRef idx="0"/>
          <a:effectRef idx="0"/>
          <a:fontRef idx="minor"/>
        </p:style>
        <p:txBody>
          <a:bodyPr lIns="0" rIns="0" tIns="0" bIns="0" anchor="t">
            <a:spAutoFit/>
          </a:bodyPr>
          <a:p>
            <a:pPr algn="ctr">
              <a:lnSpc>
                <a:spcPts val="10638"/>
              </a:lnSpc>
              <a:buNone/>
            </a:pPr>
            <a:r>
              <a:rPr b="0" lang="en-US" sz="7600" spc="-1" strike="noStrike">
                <a:solidFill>
                  <a:srgbClr val="4f3a3e"/>
                </a:solidFill>
                <a:latin typeface="Etna Sans Serif"/>
                <a:ea typeface="Etna Sans Serif"/>
              </a:rPr>
              <a:t>Discussion</a:t>
            </a:r>
            <a:endParaRPr b="0" lang="en-US" sz="7600" spc="-1" strike="noStrike">
              <a:latin typeface="Arial"/>
            </a:endParaRPr>
          </a:p>
        </p:txBody>
      </p:sp>
      <p:grpSp>
        <p:nvGrpSpPr>
          <p:cNvPr id="75" name="Group 7"/>
          <p:cNvGrpSpPr/>
          <p:nvPr/>
        </p:nvGrpSpPr>
        <p:grpSpPr>
          <a:xfrm>
            <a:off x="-1833840" y="3398040"/>
            <a:ext cx="2507040" cy="6940080"/>
            <a:chOff x="-1833840" y="3398040"/>
            <a:chExt cx="2507040" cy="6940080"/>
          </a:xfrm>
        </p:grpSpPr>
        <p:sp>
          <p:nvSpPr>
            <p:cNvPr id="76" name="Freeform 8"/>
            <p:cNvSpPr/>
            <p:nvPr/>
          </p:nvSpPr>
          <p:spPr>
            <a:xfrm rot="10800000">
              <a:off x="-1833480" y="3398040"/>
              <a:ext cx="2507040" cy="6795360"/>
            </a:xfrm>
            <a:custGeom>
              <a:avLst/>
              <a:gdLst/>
              <a:ahLst/>
              <a:rect l="l" t="t" r="r" b="b"/>
              <a:pathLst>
                <a:path w="660400" h="1789815">
                  <a:moveTo>
                    <a:pt x="220252" y="1770746"/>
                  </a:moveTo>
                  <a:cubicBezTo>
                    <a:pt x="254109" y="1782260"/>
                    <a:pt x="292600" y="1789815"/>
                    <a:pt x="330378" y="1789815"/>
                  </a:cubicBezTo>
                  <a:cubicBezTo>
                    <a:pt x="368157" y="1789815"/>
                    <a:pt x="404509" y="1783338"/>
                    <a:pt x="438009" y="1771824"/>
                  </a:cubicBezTo>
                  <a:cubicBezTo>
                    <a:pt x="438723" y="1771465"/>
                    <a:pt x="439435" y="1771465"/>
                    <a:pt x="440148" y="1771105"/>
                  </a:cubicBezTo>
                  <a:cubicBezTo>
                    <a:pt x="565955" y="1725050"/>
                    <a:pt x="658618" y="1603436"/>
                    <a:pt x="660400" y="1439611"/>
                  </a:cubicBezTo>
                  <a:lnTo>
                    <a:pt x="660400" y="0"/>
                  </a:lnTo>
                  <a:lnTo>
                    <a:pt x="0" y="0"/>
                  </a:lnTo>
                  <a:lnTo>
                    <a:pt x="0" y="1438542"/>
                  </a:lnTo>
                  <a:cubicBezTo>
                    <a:pt x="1782" y="1604155"/>
                    <a:pt x="93019" y="1725770"/>
                    <a:pt x="220252" y="1770746"/>
                  </a:cubicBezTo>
                  <a:close/>
                </a:path>
              </a:pathLst>
            </a:custGeom>
            <a:gradFill rotWithShape="0">
              <a:gsLst>
                <a:gs pos="0">
                  <a:srgbClr val="f3d0d7"/>
                </a:gs>
                <a:gs pos="100000">
                  <a:srgbClr val="f0ebe3"/>
                </a:gs>
              </a:gsLst>
              <a:lin ang="5400000"/>
            </a:gradFill>
            <a:ln w="0">
              <a:noFill/>
            </a:ln>
          </p:spPr>
          <p:style>
            <a:lnRef idx="0"/>
            <a:fillRef idx="0"/>
            <a:effectRef idx="0"/>
            <a:fontRef idx="minor"/>
          </p:style>
        </p:sp>
        <p:sp>
          <p:nvSpPr>
            <p:cNvPr id="77" name="TextBox 9"/>
            <p:cNvSpPr/>
            <p:nvPr/>
          </p:nvSpPr>
          <p:spPr>
            <a:xfrm rot="10800000">
              <a:off x="-1833480" y="3880440"/>
              <a:ext cx="2507040" cy="6457680"/>
            </a:xfrm>
            <a:prstGeom prst="rect">
              <a:avLst/>
            </a:prstGeom>
            <a:noFill/>
            <a:ln w="0">
              <a:noFill/>
            </a:ln>
          </p:spPr>
          <p:style>
            <a:lnRef idx="0"/>
            <a:fillRef idx="0"/>
            <a:effectRef idx="0"/>
            <a:fontRef idx="minor"/>
          </p:style>
        </p:sp>
      </p:grpSp>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d0d7"/>
        </a:solidFill>
      </p:bgPr>
    </p:bg>
    <p:spTree>
      <p:nvGrpSpPr>
        <p:cNvPr id="1" name=""/>
        <p:cNvGrpSpPr/>
        <p:nvPr/>
      </p:nvGrpSpPr>
      <p:grpSpPr>
        <a:xfrm>
          <a:off x="0" y="0"/>
          <a:ext cx="0" cy="0"/>
          <a:chOff x="0" y="0"/>
          <a:chExt cx="0" cy="0"/>
        </a:xfrm>
      </p:grpSpPr>
      <p:grpSp>
        <p:nvGrpSpPr>
          <p:cNvPr id="78" name="Group 2"/>
          <p:cNvGrpSpPr/>
          <p:nvPr/>
        </p:nvGrpSpPr>
        <p:grpSpPr>
          <a:xfrm>
            <a:off x="10722960" y="-1680840"/>
            <a:ext cx="8415000" cy="8415360"/>
            <a:chOff x="10722960" y="-1680840"/>
            <a:chExt cx="8415000" cy="8415360"/>
          </a:xfrm>
        </p:grpSpPr>
        <p:sp>
          <p:nvSpPr>
            <p:cNvPr id="79" name="Freeform 3"/>
            <p:cNvSpPr/>
            <p:nvPr/>
          </p:nvSpPr>
          <p:spPr>
            <a:xfrm rot="13706400">
              <a:off x="11949840" y="-453600"/>
              <a:ext cx="5961240" cy="59612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3d0d7">
                    <a:alpha val="52156"/>
                  </a:srgbClr>
                </a:gs>
                <a:gs pos="100000">
                  <a:srgbClr val="f0ebe3">
                    <a:alpha val="52156"/>
                  </a:srgbClr>
                </a:gs>
              </a:gsLst>
              <a:lin ang="5400000"/>
            </a:gradFill>
            <a:ln w="0">
              <a:noFill/>
            </a:ln>
          </p:spPr>
          <p:style>
            <a:lnRef idx="0"/>
            <a:fillRef idx="0"/>
            <a:effectRef idx="0"/>
            <a:fontRef idx="minor"/>
          </p:style>
        </p:sp>
        <p:sp>
          <p:nvSpPr>
            <p:cNvPr id="80" name="TextBox 4"/>
            <p:cNvSpPr/>
            <p:nvPr/>
          </p:nvSpPr>
          <p:spPr>
            <a:xfrm rot="13706400">
              <a:off x="12403800" y="57600"/>
              <a:ext cx="4843440" cy="5123160"/>
            </a:xfrm>
            <a:prstGeom prst="rect">
              <a:avLst/>
            </a:prstGeom>
            <a:noFill/>
            <a:ln w="0">
              <a:noFill/>
            </a:ln>
          </p:spPr>
          <p:style>
            <a:lnRef idx="0"/>
            <a:fillRef idx="0"/>
            <a:effectRef idx="0"/>
            <a:fontRef idx="minor"/>
          </p:style>
        </p:sp>
      </p:grpSp>
      <p:grpSp>
        <p:nvGrpSpPr>
          <p:cNvPr id="81" name="Group 5"/>
          <p:cNvGrpSpPr/>
          <p:nvPr/>
        </p:nvGrpSpPr>
        <p:grpSpPr>
          <a:xfrm>
            <a:off x="-143280" y="1711440"/>
            <a:ext cx="12624480" cy="1708560"/>
            <a:chOff x="-143280" y="1711440"/>
            <a:chExt cx="12624480" cy="1708560"/>
          </a:xfrm>
        </p:grpSpPr>
        <p:sp>
          <p:nvSpPr>
            <p:cNvPr id="82" name="Freeform 6"/>
            <p:cNvSpPr/>
            <p:nvPr/>
          </p:nvSpPr>
          <p:spPr>
            <a:xfrm rot="5400000">
              <a:off x="5314680" y="-3746160"/>
              <a:ext cx="1708560" cy="12624120"/>
            </a:xfrm>
            <a:custGeom>
              <a:avLst/>
              <a:gdLst/>
              <a:ahLst/>
              <a:rect l="l" t="t" r="r" b="b"/>
              <a:pathLst>
                <a:path w="450133" h="3324993">
                  <a:moveTo>
                    <a:pt x="150125" y="19070"/>
                  </a:moveTo>
                  <a:cubicBezTo>
                    <a:pt x="173128" y="7556"/>
                    <a:pt x="199438" y="0"/>
                    <a:pt x="225187" y="0"/>
                  </a:cubicBezTo>
                  <a:cubicBezTo>
                    <a:pt x="250938" y="0"/>
                    <a:pt x="275716" y="6476"/>
                    <a:pt x="298550" y="17990"/>
                  </a:cubicBezTo>
                  <a:cubicBezTo>
                    <a:pt x="299036" y="18350"/>
                    <a:pt x="299522" y="18350"/>
                    <a:pt x="300007" y="18710"/>
                  </a:cubicBezTo>
                  <a:cubicBezTo>
                    <a:pt x="385758" y="64765"/>
                    <a:pt x="448918" y="186379"/>
                    <a:pt x="450133" y="384305"/>
                  </a:cubicBezTo>
                  <a:lnTo>
                    <a:pt x="450133" y="3324993"/>
                  </a:lnTo>
                  <a:lnTo>
                    <a:pt x="0" y="3324993"/>
                  </a:lnTo>
                  <a:lnTo>
                    <a:pt x="0" y="386487"/>
                  </a:lnTo>
                  <a:cubicBezTo>
                    <a:pt x="1215" y="185660"/>
                    <a:pt x="63402" y="64045"/>
                    <a:pt x="150125" y="19070"/>
                  </a:cubicBezTo>
                  <a:close/>
                </a:path>
              </a:pathLst>
            </a:custGeom>
            <a:solidFill>
              <a:srgbClr val="f0eae3"/>
            </a:solidFill>
            <a:ln w="0">
              <a:noFill/>
            </a:ln>
          </p:spPr>
          <p:style>
            <a:lnRef idx="0"/>
            <a:fillRef idx="0"/>
            <a:effectRef idx="0"/>
            <a:fontRef idx="minor"/>
          </p:style>
        </p:sp>
        <p:sp>
          <p:nvSpPr>
            <p:cNvPr id="83" name="TextBox 7"/>
            <p:cNvSpPr/>
            <p:nvPr/>
          </p:nvSpPr>
          <p:spPr>
            <a:xfrm rot="5400000">
              <a:off x="5145840" y="-3577680"/>
              <a:ext cx="1708560" cy="12286800"/>
            </a:xfrm>
            <a:prstGeom prst="rect">
              <a:avLst/>
            </a:prstGeom>
            <a:noFill/>
            <a:ln w="0">
              <a:noFill/>
            </a:ln>
          </p:spPr>
          <p:style>
            <a:lnRef idx="0"/>
            <a:fillRef idx="0"/>
            <a:effectRef idx="0"/>
            <a:fontRef idx="minor"/>
          </p:style>
        </p:sp>
      </p:grpSp>
      <p:grpSp>
        <p:nvGrpSpPr>
          <p:cNvPr id="84" name="Group 8"/>
          <p:cNvGrpSpPr/>
          <p:nvPr/>
        </p:nvGrpSpPr>
        <p:grpSpPr>
          <a:xfrm>
            <a:off x="-1085400" y="5439960"/>
            <a:ext cx="6734880" cy="6735240"/>
            <a:chOff x="-1085400" y="5439960"/>
            <a:chExt cx="6734880" cy="6735240"/>
          </a:xfrm>
        </p:grpSpPr>
        <p:sp>
          <p:nvSpPr>
            <p:cNvPr id="85" name="Freeform 9"/>
            <p:cNvSpPr/>
            <p:nvPr/>
          </p:nvSpPr>
          <p:spPr>
            <a:xfrm rot="2426400">
              <a:off x="-106560" y="6418440"/>
              <a:ext cx="4777560" cy="477756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0">
              <a:gsLst>
                <a:gs pos="0">
                  <a:srgbClr val="f3d0d7">
                    <a:alpha val="52156"/>
                  </a:srgbClr>
                </a:gs>
                <a:gs pos="100000">
                  <a:srgbClr val="f0ebe3">
                    <a:alpha val="52156"/>
                  </a:srgbClr>
                </a:gs>
              </a:gsLst>
              <a:lin ang="5400000"/>
            </a:gradFill>
            <a:ln w="0">
              <a:noFill/>
            </a:ln>
          </p:spPr>
          <p:style>
            <a:lnRef idx="0"/>
            <a:fillRef idx="0"/>
            <a:effectRef idx="0"/>
            <a:fontRef idx="minor"/>
          </p:style>
        </p:sp>
        <p:sp>
          <p:nvSpPr>
            <p:cNvPr id="86" name="TextBox 10"/>
            <p:cNvSpPr/>
            <p:nvPr/>
          </p:nvSpPr>
          <p:spPr>
            <a:xfrm rot="2426400">
              <a:off x="414000" y="6669000"/>
              <a:ext cx="3881520" cy="4105440"/>
            </a:xfrm>
            <a:prstGeom prst="rect">
              <a:avLst/>
            </a:prstGeom>
            <a:noFill/>
            <a:ln w="0">
              <a:noFill/>
            </a:ln>
          </p:spPr>
          <p:style>
            <a:lnRef idx="0"/>
            <a:fillRef idx="0"/>
            <a:effectRef idx="0"/>
            <a:fontRef idx="minor"/>
          </p:style>
        </p:sp>
      </p:grpSp>
      <p:grpSp>
        <p:nvGrpSpPr>
          <p:cNvPr id="87" name="Group 11"/>
          <p:cNvGrpSpPr/>
          <p:nvPr/>
        </p:nvGrpSpPr>
        <p:grpSpPr>
          <a:xfrm>
            <a:off x="0" y="5779440"/>
            <a:ext cx="5179680" cy="5179680"/>
            <a:chOff x="0" y="5779440"/>
            <a:chExt cx="5179680" cy="5179680"/>
          </a:xfrm>
        </p:grpSpPr>
        <p:sp>
          <p:nvSpPr>
            <p:cNvPr id="88" name="Freeform 12"/>
            <p:cNvSpPr/>
            <p:nvPr/>
          </p:nvSpPr>
          <p:spPr>
            <a:xfrm rot="2426400">
              <a:off x="752400" y="6531840"/>
              <a:ext cx="3674160" cy="367416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d0d7">
                <a:alpha val="52000"/>
              </a:srgbClr>
            </a:solidFill>
            <a:ln w="0">
              <a:noFill/>
            </a:ln>
          </p:spPr>
          <p:style>
            <a:lnRef idx="0"/>
            <a:fillRef idx="0"/>
            <a:effectRef idx="0"/>
            <a:fontRef idx="minor"/>
          </p:style>
        </p:sp>
        <p:sp>
          <p:nvSpPr>
            <p:cNvPr id="89" name="TextBox 13"/>
            <p:cNvSpPr/>
            <p:nvPr/>
          </p:nvSpPr>
          <p:spPr>
            <a:xfrm rot="2426400">
              <a:off x="1153080" y="6724800"/>
              <a:ext cx="2985120" cy="3157200"/>
            </a:xfrm>
            <a:prstGeom prst="rect">
              <a:avLst/>
            </a:prstGeom>
            <a:noFill/>
            <a:ln w="0">
              <a:noFill/>
            </a:ln>
          </p:spPr>
          <p:style>
            <a:lnRef idx="0"/>
            <a:fillRef idx="0"/>
            <a:effectRef idx="0"/>
            <a:fontRef idx="minor"/>
          </p:style>
        </p:sp>
      </p:grpSp>
      <p:sp>
        <p:nvSpPr>
          <p:cNvPr id="90" name="TextBox 20"/>
          <p:cNvSpPr/>
          <p:nvPr/>
        </p:nvSpPr>
        <p:spPr>
          <a:xfrm>
            <a:off x="5285880" y="1731600"/>
            <a:ext cx="7715520" cy="1350720"/>
          </a:xfrm>
          <a:prstGeom prst="rect">
            <a:avLst/>
          </a:prstGeom>
          <a:noFill/>
          <a:ln w="0">
            <a:noFill/>
          </a:ln>
        </p:spPr>
        <p:style>
          <a:lnRef idx="0"/>
          <a:fillRef idx="0"/>
          <a:effectRef idx="0"/>
          <a:fontRef idx="minor"/>
        </p:style>
        <p:txBody>
          <a:bodyPr lIns="0" rIns="0" tIns="0" bIns="0" anchor="t">
            <a:spAutoFit/>
          </a:bodyPr>
          <a:p>
            <a:pPr algn="ctr">
              <a:lnSpc>
                <a:spcPts val="10638"/>
              </a:lnSpc>
              <a:buNone/>
            </a:pPr>
            <a:r>
              <a:rPr b="0" lang="en-US" sz="7600" spc="-1" strike="noStrike">
                <a:solidFill>
                  <a:srgbClr val="4f3a3e"/>
                </a:solidFill>
                <a:latin typeface="Etna Sans Serif"/>
                <a:ea typeface="Etna Sans Serif"/>
              </a:rPr>
              <a:t>Conclusions </a:t>
            </a:r>
            <a:endParaRPr b="0" lang="en-US" sz="7600" spc="-1" strike="noStrike">
              <a:latin typeface="Arial"/>
            </a:endParaRPr>
          </a:p>
        </p:txBody>
      </p:sp>
      <p:sp>
        <p:nvSpPr>
          <p:cNvPr id="91" name="TextBox 21"/>
          <p:cNvSpPr/>
          <p:nvPr/>
        </p:nvSpPr>
        <p:spPr>
          <a:xfrm>
            <a:off x="1374480" y="3880080"/>
            <a:ext cx="15884640" cy="1480320"/>
          </a:xfrm>
          <a:prstGeom prst="rect">
            <a:avLst/>
          </a:prstGeom>
          <a:noFill/>
          <a:ln w="0">
            <a:noFill/>
          </a:ln>
        </p:spPr>
        <p:style>
          <a:lnRef idx="0"/>
          <a:fillRef idx="0"/>
          <a:effectRef idx="0"/>
          <a:fontRef idx="minor"/>
        </p:style>
        <p:txBody>
          <a:bodyPr lIns="0" rIns="0" tIns="0" bIns="0" anchor="t">
            <a:spAutoFit/>
          </a:bodyPr>
          <a:p>
            <a:pPr algn="just">
              <a:lnSpc>
                <a:spcPts val="3886"/>
              </a:lnSpc>
              <a:buNone/>
            </a:pPr>
            <a:r>
              <a:rPr b="0" lang="en-US" sz="3500" spc="-77" strike="noStrike">
                <a:solidFill>
                  <a:srgbClr val="4f3a3e"/>
                </a:solidFill>
                <a:latin typeface="Clear Sans"/>
                <a:ea typeface="Clear Sans"/>
              </a:rPr>
              <a:t>Lorem ipsum dolor sit amet, consectetur adipiscing elit. Maecenas scelerisque sapien quam, et ornare tortor faucibus at. Nullam elementum dolor quis mollis eleifend.</a:t>
            </a:r>
            <a:endParaRPr b="0" lang="en-US" sz="3500" spc="-1" strike="noStrike">
              <a:latin typeface="Arial"/>
            </a:endParaRPr>
          </a:p>
        </p:txBody>
      </p:sp>
      <p:sp>
        <p:nvSpPr>
          <p:cNvPr id="92" name="TextBox 22"/>
          <p:cNvSpPr/>
          <p:nvPr/>
        </p:nvSpPr>
        <p:spPr>
          <a:xfrm>
            <a:off x="1374480" y="5688720"/>
            <a:ext cx="15884640" cy="1480320"/>
          </a:xfrm>
          <a:prstGeom prst="rect">
            <a:avLst/>
          </a:prstGeom>
          <a:noFill/>
          <a:ln w="0">
            <a:noFill/>
          </a:ln>
        </p:spPr>
        <p:style>
          <a:lnRef idx="0"/>
          <a:fillRef idx="0"/>
          <a:effectRef idx="0"/>
          <a:fontRef idx="minor"/>
        </p:style>
        <p:txBody>
          <a:bodyPr lIns="0" rIns="0" tIns="0" bIns="0" anchor="t">
            <a:spAutoFit/>
          </a:bodyPr>
          <a:p>
            <a:pPr algn="just">
              <a:lnSpc>
                <a:spcPts val="3886"/>
              </a:lnSpc>
              <a:buNone/>
            </a:pPr>
            <a:r>
              <a:rPr b="0" lang="en-US" sz="3500" spc="-77" strike="noStrike">
                <a:solidFill>
                  <a:srgbClr val="4f3a3e"/>
                </a:solidFill>
                <a:latin typeface="Clear Sans"/>
                <a:ea typeface="Clear Sans"/>
              </a:rPr>
              <a:t>Lorem ipsum dolor sit amet, consectetur adipiscing elit. Maecenas scelerisque sapien quam, et ornare tortor faucibus at. Nullam elementum dolor quis mollis eleifend.</a:t>
            </a:r>
            <a:endParaRPr b="0" lang="en-US" sz="3500" spc="-1" strike="noStrike">
              <a:latin typeface="Arial"/>
            </a:endParaRPr>
          </a:p>
        </p:txBody>
      </p:sp>
    </p:spTree>
  </p:cSld>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DAG6c3NeIL0</dc:identifier>
  <dc:language>en-US</dc:language>
  <cp:lastModifiedBy/>
  <dcterms:modified xsi:type="dcterms:W3CDTF">2025-12-03T17:32:29Z</dcterms:modified>
  <cp:revision>2</cp:revision>
  <dc:subject/>
  <dc:title>Conclusion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